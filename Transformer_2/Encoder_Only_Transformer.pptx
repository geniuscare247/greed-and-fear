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6"/>
  </p:notesMasterIdLst>
  <p:sldIdLst>
    <p:sldId id="270" r:id="rId3"/>
    <p:sldId id="258" r:id="rId4"/>
    <p:sldId id="26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14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 interpretation for V1 and V2 (Elastic Net).
[Sources]
- elastic_net_vol_v1v2_vb_done_032726.ipynb (user-provided notebook)
- elastic_net_vol_slides_wip_032726.pptx (user-provided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27B8-44F1-B91E-86BD-02F97631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F669D-3584-8D40-E27B-7E62FAD07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B7655-2D3F-976B-694C-C696A390D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 interpretation for V1 and V2 (Elastic Net).
[Sources]
- elastic_net_vol_v1v2_vb_done_032726.ipynb (user-provided notebook)
- elastic_net_vol_slides_wip_032726.pptx (user-provided deck)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3289C-D063-6521-20C5-F1AD36610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5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73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2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67840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indent="0"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7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1"/>
          <p:cNvSpPr/>
          <p:nvPr/>
        </p:nvSpPr>
        <p:spPr>
          <a:xfrm>
            <a:off x="426720" y="975360"/>
            <a:ext cx="1133808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Encoder-Only </a:t>
            </a:r>
            <a:r>
              <a:rPr kumimoji="0" lang="en-US" sz="6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Transormer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Volatility Forecasting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26720" y="560832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DS 207 Final Project  ·  Team: Greed and Fear  ·  Author: Ronald  ·  March 27, 2026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26720" y="603504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67" b="0" i="1" u="none" strike="noStrike" kern="1200" cap="none" spc="0" normalizeH="0" baseline="0" noProof="0" dirty="0">
                <a:ln>
                  <a:noFill/>
                </a:ln>
                <a:solidFill>
                  <a:srgbClr val="888AAA"/>
                </a:solidFill>
                <a:effectLst/>
                <a:uLnTx/>
                <a:uFillTx/>
                <a:latin typeface="Consolas"/>
                <a:ea typeface="Consolas"/>
                <a:cs typeface="+mn-cs"/>
              </a:rPr>
              <a:t>train_transformer.py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106207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r>
              <a:rPr lang="zh-TW" alt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(Encoder Only Transformer)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48695" y="20116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611112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207 · Team Greed and Fear · Elastic Net Volatility Forecasting · March 2026</a:t>
            </a:r>
            <a:endParaRPr lang="en-US" sz="1200" dirty="0"/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B3E2012E-E3F6-9CAE-64DE-EDF755CE8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" y="1294017"/>
            <a:ext cx="11988506" cy="4400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B7A56-A67B-BDB7-9519-169B7EDA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F5E23F-23C3-5E63-B1F8-5733DF361DCD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E606EE-FF82-9814-2336-829CD440E65B}"/>
              </a:ext>
            </a:extLst>
          </p:cNvPr>
          <p:cNvSpPr/>
          <p:nvPr/>
        </p:nvSpPr>
        <p:spPr>
          <a:xfrm>
            <a:off x="502920" y="164592"/>
            <a:ext cx="106207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r>
              <a:rPr lang="zh-TW" alt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(Encoder Only Transformer)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F29FFD-9E93-D820-9237-E1022E9103F1}"/>
              </a:ext>
            </a:extLst>
          </p:cNvPr>
          <p:cNvSpPr/>
          <p:nvPr/>
        </p:nvSpPr>
        <p:spPr>
          <a:xfrm>
            <a:off x="11048695" y="20116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2DACB4-2FF5-C9D4-EF0E-2F0A8194F774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BF0978-7B6F-8896-E790-3AFC1FE5DD8E}"/>
              </a:ext>
            </a:extLst>
          </p:cNvPr>
          <p:cNvSpPr/>
          <p:nvPr/>
        </p:nvSpPr>
        <p:spPr>
          <a:xfrm>
            <a:off x="502920" y="6611112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207 · Team Greed and Fear · Elastic Net Volatility Forecasting · March 2026</a:t>
            </a:r>
            <a:endParaRPr lang="en-US" sz="1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23409C3-8CD3-6135-F14E-559FB527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274" y="1209097"/>
            <a:ext cx="3398771" cy="489700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A05A785-D9FB-F359-A794-67D38FAA1D49}"/>
              </a:ext>
            </a:extLst>
          </p:cNvPr>
          <p:cNvSpPr/>
          <p:nvPr/>
        </p:nvSpPr>
        <p:spPr>
          <a:xfrm>
            <a:off x="3242821" y="1392905"/>
            <a:ext cx="1545995" cy="497735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乘號 8">
            <a:extLst>
              <a:ext uri="{FF2B5EF4-FFF2-40B4-BE49-F238E27FC236}">
                <a16:creationId xmlns:a16="http://schemas.microsoft.com/office/drawing/2014/main" id="{03C39CF6-A661-F67C-EDE2-B54A379E9C55}"/>
              </a:ext>
            </a:extLst>
          </p:cNvPr>
          <p:cNvSpPr/>
          <p:nvPr/>
        </p:nvSpPr>
        <p:spPr>
          <a:xfrm>
            <a:off x="3516199" y="3547872"/>
            <a:ext cx="782424" cy="66930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B9094FD-524C-34E8-EA24-0E58D78ECEF7}"/>
              </a:ext>
            </a:extLst>
          </p:cNvPr>
          <p:cNvSpPr txBox="1"/>
          <p:nvPr/>
        </p:nvSpPr>
        <p:spPr>
          <a:xfrm>
            <a:off x="5137608" y="2104518"/>
            <a:ext cx="57106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Decoder part replaced by Linear Layer</a:t>
            </a:r>
            <a:br>
              <a:rPr lang="en-US" altLang="zh-TW" sz="2800" dirty="0"/>
            </a:br>
            <a:r>
              <a:rPr lang="en-US" altLang="zh-TW" sz="2800" dirty="0"/>
              <a:t>for regression downstream task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6978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204</Words>
  <Application>Microsoft Office PowerPoint</Application>
  <PresentationFormat>寬螢幕</PresentationFormat>
  <Paragraphs>16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1_Office Theme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ronald ho</cp:lastModifiedBy>
  <cp:revision>12</cp:revision>
  <dcterms:created xsi:type="dcterms:W3CDTF">2026-03-29T04:14:24Z</dcterms:created>
  <dcterms:modified xsi:type="dcterms:W3CDTF">2026-04-05T10:55:23Z</dcterms:modified>
</cp:coreProperties>
</file>